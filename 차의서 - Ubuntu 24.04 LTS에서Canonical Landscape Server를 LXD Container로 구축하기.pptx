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62" r:id="rId4"/>
    <p:sldId id="261" r:id="rId5"/>
    <p:sldId id="257" r:id="rId6"/>
    <p:sldId id="263" r:id="rId7"/>
    <p:sldId id="265" r:id="rId8"/>
    <p:sldId id="272" r:id="rId9"/>
    <p:sldId id="273" r:id="rId10"/>
    <p:sldId id="267" r:id="rId11"/>
    <p:sldId id="269" r:id="rId12"/>
    <p:sldId id="271" r:id="rId13"/>
  </p:sldIdLst>
  <p:sldSz cx="9144000" cy="5143500" type="screen16x9"/>
  <p:notesSz cx="6858000" cy="9144000"/>
  <p:embeddedFontLst>
    <p:embeddedFont>
      <p:font typeface="Ubuntu" panose="020B0504030602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F89D0-F745-5C46-9302-B81B96336A40}" v="12" dt="2024-08-09T23:26:10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4"/>
    <p:restoredTop sz="94639"/>
  </p:normalViewPr>
  <p:slideViewPr>
    <p:cSldViewPr snapToGrid="0">
      <p:cViewPr varScale="1">
        <p:scale>
          <a:sx n="210" d="100"/>
          <a:sy n="210" d="100"/>
        </p:scale>
        <p:origin x="45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Ubuntu 24.04 LTS</a:t>
            </a:r>
            <a:r>
              <a:rPr lang="ko-KR" altLang="en-US" dirty="0"/>
              <a:t>에서 </a:t>
            </a:r>
            <a:r>
              <a:rPr lang="en-US" altLang="ko-KR" dirty="0"/>
              <a:t>Canonical Landscape Server</a:t>
            </a:r>
            <a:r>
              <a:rPr lang="ko-KR" altLang="en-US" dirty="0"/>
              <a:t>를 </a:t>
            </a:r>
            <a:r>
              <a:rPr lang="en-US" altLang="ko-KR" dirty="0"/>
              <a:t>LXD </a:t>
            </a:r>
            <a:r>
              <a:rPr lang="ko-KR" altLang="en-US" dirty="0"/>
              <a:t>컨테이너로 구축하기 주제로 발표를 하게 된 차의서 입니다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저는 우분투 한국 커뮤니티 포럼 </a:t>
            </a:r>
            <a:r>
              <a:rPr lang="ko-KR" altLang="en-US" dirty="0" err="1"/>
              <a:t>모더레이터로</a:t>
            </a:r>
            <a:r>
              <a:rPr lang="ko-KR" altLang="en-US" dirty="0"/>
              <a:t> 활동하고 있으며 </a:t>
            </a:r>
            <a:r>
              <a:rPr lang="ko-KR" altLang="en-US"/>
              <a:t>원광대학교에서</a:t>
            </a:r>
            <a:r>
              <a:rPr lang="ko-KR" altLang="en-US" dirty="0"/>
              <a:t> 정보통신공학을 전공하고 있는 학부생입니다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　발표는　제가　</a:t>
            </a:r>
            <a:r>
              <a:rPr lang="ko-KR" altLang="en-US" dirty="0" err="1"/>
              <a:t>케노니컬</a:t>
            </a:r>
            <a:r>
              <a:rPr lang="ko-KR" altLang="en-US" dirty="0"/>
              <a:t>　</a:t>
            </a:r>
            <a:r>
              <a:rPr lang="ko-KR" altLang="en-US" dirty="0" err="1"/>
              <a:t>랜드스케이프를</a:t>
            </a:r>
            <a:r>
              <a:rPr lang="ko-KR" altLang="en-US" dirty="0"/>
              <a:t>　사용한　범위　안에서　다루는　것을　미리　알려드립니다．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발표는　다음과　같이　진행됩니다．　</a:t>
            </a:r>
            <a:r>
              <a:rPr lang="ko-KR" altLang="en-US" dirty="0" err="1"/>
              <a:t>랜드스케이프에</a:t>
            </a:r>
            <a:r>
              <a:rPr lang="ko-KR" altLang="en-US" dirty="0"/>
              <a:t>　대해　간략히　설명하고　</a:t>
            </a:r>
            <a:r>
              <a:rPr lang="ko-KR" altLang="en-US" dirty="0" err="1"/>
              <a:t>ｃｌｏｕｄ－ｉｎｉｔ를</a:t>
            </a:r>
            <a:r>
              <a:rPr lang="ko-KR" altLang="en-US" dirty="0"/>
              <a:t>　사용하여　ＬＸＤ　컨테이너로　</a:t>
            </a:r>
            <a:r>
              <a:rPr lang="ko-KR" altLang="en-US" dirty="0" err="1"/>
              <a:t>프로비져닝</a:t>
            </a:r>
            <a:r>
              <a:rPr lang="ko-KR" altLang="en-US" dirty="0"/>
              <a:t>　하는　과정을　설명합니다．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다음으로　</a:t>
            </a:r>
            <a:r>
              <a:rPr lang="ko-KR" altLang="en-US" dirty="0" err="1"/>
              <a:t>랜드스케이프</a:t>
            </a:r>
            <a:r>
              <a:rPr lang="ko-KR" altLang="en-US" dirty="0"/>
              <a:t>　서버를　제가　운영하고　관리한　방법　및　사용하면서　발견한　버그에　대해　설명해　드릴　예정입니다．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578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+mn-ea"/>
                <a:ea typeface="+mn-ea"/>
              </a:rPr>
              <a:t>랜드스케이프는</a:t>
            </a:r>
            <a:r>
              <a:rPr lang="ko-KR" altLang="en-US" dirty="0">
                <a:latin typeface="+mn-ea"/>
                <a:ea typeface="+mn-ea"/>
              </a:rPr>
              <a:t>　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Ubuntu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시스템 관리를 자동화하는 도구로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보안 패치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감사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접근 관리 및 컴플라이언스 작업을 수행합니다．</a:t>
            </a:r>
            <a:endParaRPr lang="en-US" altLang="ko-KR" b="0" i="0" dirty="0">
              <a:solidFill>
                <a:srgbClr val="D2D0CE"/>
              </a:solidFill>
              <a:effectLst/>
              <a:highlight>
                <a:srgbClr val="2B2B2B"/>
              </a:highlight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주요　기능으로는　보안 강화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최신 보안 패치 적용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사용자 및 권한 관리</a:t>
            </a:r>
            <a:r>
              <a:rPr lang="en-US" altLang="ko-KR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, 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원격 업데이트 및 업그레이드가　있습니다．</a:t>
            </a:r>
            <a:endParaRPr lang="en-US" altLang="ko-KR" b="0" i="0" dirty="0">
              <a:solidFill>
                <a:srgbClr val="D2D0CE"/>
              </a:solidFill>
              <a:effectLst/>
              <a:highlight>
                <a:srgbClr val="2B2B2B"/>
              </a:highlight>
              <a:latin typeface="+mn-ea"/>
              <a:ea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0" i="0" dirty="0" err="1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Ｕｂｕｎｔｕ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　</a:t>
            </a:r>
            <a:r>
              <a:rPr lang="ko-KR" altLang="en-US" b="0" i="0" dirty="0" err="1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ＰＲＯ에</a:t>
            </a:r>
            <a:r>
              <a:rPr lang="ko-KR" altLang="en-US" b="0" i="0" dirty="0">
                <a:solidFill>
                  <a:srgbClr val="D2D0CE"/>
                </a:solidFill>
                <a:effectLst/>
                <a:highlight>
                  <a:srgbClr val="2B2B2B"/>
                </a:highlight>
                <a:latin typeface="+mn-ea"/>
                <a:ea typeface="+mn-ea"/>
              </a:rPr>
              <a:t>　포함된　서비스입니다．</a:t>
            </a:r>
            <a:endParaRPr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8920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d18abadfb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d18abadfb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dirty="0"/>
              <a:t>개인적으로　２개　이상의　ＶＭ　우분투　인스턴스를　관리하고　있습니다．　</a:t>
            </a:r>
            <a:r>
              <a:rPr lang="ko-KR" altLang="en-US" dirty="0" err="1"/>
              <a:t>ｏｐｅｎｓｓｈ와</a:t>
            </a:r>
            <a:r>
              <a:rPr lang="ko-KR" altLang="en-US" dirty="0"/>
              <a:t>　같은　중요　라이브러리에　대한　취약점이　있는　라이브러리를　한번에　확인　할　수　있는　방법을　찾아보는　도중에　</a:t>
            </a:r>
            <a:r>
              <a:rPr lang="ko-KR" altLang="en-US" dirty="0" err="1"/>
              <a:t>케노니컬에서</a:t>
            </a:r>
            <a:r>
              <a:rPr lang="ko-KR" altLang="en-US" dirty="0"/>
              <a:t>　취약점이　있는　패키지에　</a:t>
            </a:r>
            <a:r>
              <a:rPr lang="ko-KR" altLang="en-US" dirty="0" err="1"/>
              <a:t>ＵＳＮ을</a:t>
            </a:r>
            <a:r>
              <a:rPr lang="ko-KR" altLang="en-US" dirty="0"/>
              <a:t>　부여하여　관리하고　있다는　점을　알게　되었습니다．　</a:t>
            </a:r>
            <a:r>
              <a:rPr lang="ko-KR" altLang="en-US" dirty="0" err="1"/>
              <a:t>케노니컬</a:t>
            </a:r>
            <a:r>
              <a:rPr lang="ko-KR" altLang="en-US" dirty="0"/>
              <a:t>　</a:t>
            </a:r>
            <a:r>
              <a:rPr lang="ko-KR" altLang="en-US" dirty="0" err="1"/>
              <a:t>랜드스케이프는</a:t>
            </a:r>
            <a:r>
              <a:rPr lang="ko-KR" altLang="en-US" dirty="0"/>
              <a:t>　</a:t>
            </a:r>
            <a:r>
              <a:rPr lang="ko-KR" altLang="en-US" dirty="0" err="1"/>
              <a:t>랜드스케이프</a:t>
            </a:r>
            <a:r>
              <a:rPr lang="ko-KR" altLang="en-US" dirty="0"/>
              <a:t>　</a:t>
            </a:r>
            <a:r>
              <a:rPr lang="ko-KR" altLang="en-US" dirty="0" err="1"/>
              <a:t>데몬을</a:t>
            </a:r>
            <a:r>
              <a:rPr lang="ko-KR" altLang="en-US" dirty="0"/>
              <a:t>　설치한　시스템의　패키지　리스트를　스캔하여　</a:t>
            </a:r>
            <a:r>
              <a:rPr lang="ko-KR" altLang="en-US" dirty="0" err="1"/>
              <a:t>ＵＳＮ이</a:t>
            </a:r>
            <a:r>
              <a:rPr lang="ko-KR" altLang="en-US" dirty="0"/>
              <a:t>　부여된　패키지가　있으면　웹　콘솔에서　확인　할　수　있으며　업데이트가　존재하면　이메일로　알림을　보내　많은　우분투　</a:t>
            </a:r>
            <a:r>
              <a:rPr lang="ko-KR" altLang="en-US" dirty="0" err="1"/>
              <a:t>ＶＭ을</a:t>
            </a:r>
            <a:r>
              <a:rPr lang="ko-KR" altLang="en-US" dirty="0"/>
              <a:t>　관리하는데　유용하다고　생각해　</a:t>
            </a:r>
            <a:r>
              <a:rPr lang="ko-KR" altLang="en-US" dirty="0" err="1"/>
              <a:t>케노니컬</a:t>
            </a:r>
            <a:r>
              <a:rPr lang="ko-KR" altLang="en-US" dirty="0"/>
              <a:t>　</a:t>
            </a:r>
            <a:r>
              <a:rPr lang="ko-KR" altLang="en-US" dirty="0" err="1"/>
              <a:t>랜드스케이프</a:t>
            </a:r>
            <a:r>
              <a:rPr lang="ko-KR" altLang="en-US" dirty="0"/>
              <a:t>　서버를　직접　구축하게　되었습니다．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 </a:t>
            </a:r>
            <a:r>
              <a:rPr lang="ko-KR" altLang="en-US" dirty="0" err="1"/>
              <a:t>세션중에</a:t>
            </a:r>
            <a:r>
              <a:rPr lang="ko-KR" altLang="en-US" dirty="0"/>
              <a:t> </a:t>
            </a:r>
            <a:r>
              <a:rPr lang="en-US" altLang="ko-KR" dirty="0"/>
              <a:t>LXD</a:t>
            </a:r>
            <a:r>
              <a:rPr lang="ko-KR" altLang="en-US" dirty="0"/>
              <a:t>를 다루는 세션이 있어서 저는 가볍게 다루고 넘어가겠습니다</a:t>
            </a:r>
            <a:r>
              <a:rPr lang="en-US" altLang="ko-KR" dirty="0"/>
              <a:t>. LXD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 err="1"/>
              <a:t>케노니컬에서</a:t>
            </a:r>
            <a:r>
              <a:rPr lang="ko-KR" altLang="en-US" dirty="0"/>
              <a:t> 만든 컨테이너 </a:t>
            </a:r>
            <a:r>
              <a:rPr lang="ko-KR" altLang="en-US" dirty="0" err="1"/>
              <a:t>솔류션입니다</a:t>
            </a:r>
            <a:r>
              <a:rPr lang="en-US" altLang="ko-KR" dirty="0"/>
              <a:t>. LXD</a:t>
            </a:r>
            <a:r>
              <a:rPr lang="ko-KR" altLang="en-US" dirty="0"/>
              <a:t>는 </a:t>
            </a:r>
            <a:r>
              <a:rPr lang="en-US" altLang="ko-KR" dirty="0"/>
              <a:t>LXC</a:t>
            </a:r>
            <a:r>
              <a:rPr lang="ko-KR" altLang="en-US" dirty="0"/>
              <a:t>를 구동할 수 있게 해주고요</a:t>
            </a:r>
            <a:r>
              <a:rPr lang="en-US" altLang="ko-KR" dirty="0"/>
              <a:t>. </a:t>
            </a:r>
            <a:r>
              <a:rPr lang="ko-KR" altLang="en-US" dirty="0"/>
              <a:t>클러스터링 같은 기능을 지원합니다</a:t>
            </a:r>
            <a:r>
              <a:rPr lang="en-US" altLang="ko-K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LXC</a:t>
            </a:r>
            <a:r>
              <a:rPr lang="ko-KR" altLang="en-US" dirty="0"/>
              <a:t>는 </a:t>
            </a:r>
            <a:r>
              <a:rPr lang="ko-KR" altLang="en-US" dirty="0" err="1"/>
              <a:t>도커와</a:t>
            </a:r>
            <a:r>
              <a:rPr lang="ko-KR" altLang="en-US" dirty="0"/>
              <a:t> 달리 가상머신을 재부팅 하듯이 변경 사항이 유지됩니다</a:t>
            </a:r>
            <a:r>
              <a:rPr lang="en-US" altLang="ko-KR"/>
              <a:t>.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341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Cloud </a:t>
            </a:r>
            <a:r>
              <a:rPr lang="en-US" dirty="0" err="1"/>
              <a:t>init</a:t>
            </a:r>
            <a:r>
              <a:rPr lang="ko-KR" altLang="en-US" dirty="0"/>
              <a:t>와 </a:t>
            </a:r>
            <a:r>
              <a:rPr lang="en-US" altLang="ko-KR" dirty="0"/>
              <a:t>LXD</a:t>
            </a:r>
            <a:r>
              <a:rPr lang="ko-KR" altLang="en-US" dirty="0"/>
              <a:t> 컨테이너를 이용하면 </a:t>
            </a:r>
            <a:r>
              <a:rPr lang="en-US" altLang="ko-KR" dirty="0"/>
              <a:t>Landscape</a:t>
            </a:r>
            <a:r>
              <a:rPr lang="ko-KR" altLang="en-US" dirty="0"/>
              <a:t> 서버를 쉽고 빠르게 배포 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다음은 시연 영상입니다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8066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저는 </a:t>
            </a:r>
            <a:r>
              <a:rPr lang="en-US" altLang="ko-KR" dirty="0"/>
              <a:t>Landscape</a:t>
            </a:r>
            <a:r>
              <a:rPr lang="ko-KR" altLang="en-US" dirty="0"/>
              <a:t>를 그냥 쓰지 않고 </a:t>
            </a:r>
            <a:r>
              <a:rPr lang="en-US" altLang="ko-KR" dirty="0"/>
              <a:t>Caddy</a:t>
            </a:r>
            <a:r>
              <a:rPr lang="ko-KR" altLang="en-US" dirty="0"/>
              <a:t>와 </a:t>
            </a:r>
            <a:r>
              <a:rPr lang="en-US" altLang="ko-KR" dirty="0" err="1"/>
              <a:t>Tailscale</a:t>
            </a:r>
            <a:r>
              <a:rPr lang="ko-KR" altLang="en-US" dirty="0"/>
              <a:t>을 활용하여 </a:t>
            </a:r>
            <a:r>
              <a:rPr lang="en-US" altLang="ko-KR" dirty="0"/>
              <a:t>Reverse Proxy</a:t>
            </a:r>
            <a:r>
              <a:rPr lang="ko-KR" altLang="en-US" dirty="0"/>
              <a:t>를 구성했습니다</a:t>
            </a:r>
            <a:r>
              <a:rPr lang="en-US" altLang="ko-KR" dirty="0"/>
              <a:t>.</a:t>
            </a:r>
            <a:r>
              <a:rPr lang="ko-KR" altLang="en-US" dirty="0"/>
              <a:t> 경우에 따라 </a:t>
            </a:r>
            <a:r>
              <a:rPr lang="en-US" altLang="ko-KR" dirty="0" err="1"/>
              <a:t>Tailscale</a:t>
            </a:r>
            <a:r>
              <a:rPr lang="ko-KR" altLang="en-US" dirty="0"/>
              <a:t>을 이용하면 </a:t>
            </a:r>
            <a:r>
              <a:rPr lang="en-US" altLang="ko-KR" dirty="0"/>
              <a:t>Landscape</a:t>
            </a:r>
            <a:r>
              <a:rPr lang="ko-KR" altLang="en-US" dirty="0"/>
              <a:t> 서비스를 쉽게 </a:t>
            </a:r>
            <a:r>
              <a:rPr lang="en-US" altLang="ko-KR" dirty="0"/>
              <a:t>zero trust</a:t>
            </a:r>
            <a:r>
              <a:rPr lang="ko-KR" altLang="en-US" dirty="0"/>
              <a:t>로 제공 할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78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18abadf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18abadf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258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d18abadfb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d18abadfb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49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969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Ubuntu"/>
              <a:buNone/>
              <a:defRPr sz="5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9865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25" y="299975"/>
            <a:ext cx="635741" cy="69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1118656" y="426487"/>
            <a:ext cx="48909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7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UbuCon Korea 2024</a:t>
            </a:r>
            <a:endParaRPr sz="3700">
              <a:solidFill>
                <a:srgbClr val="FFFF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buntu"/>
              <a:buNone/>
              <a:defRPr sz="36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172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 sz="1400"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●"/>
              <a:defRPr sz="1200"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○"/>
              <a:defRPr sz="1200"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Ubuntu"/>
              <a:buChar char="■"/>
              <a:defRPr sz="12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5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buntu"/>
              <a:buNone/>
              <a:defRPr sz="24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●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○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■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●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○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■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●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○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buntu"/>
              <a:buChar char="■"/>
              <a:defRPr sz="1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000" y="152400"/>
            <a:ext cx="693301" cy="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buntu"/>
              <a:buNone/>
              <a:defRPr sz="4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buntu"/>
              <a:buNone/>
              <a:defRPr sz="42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buntu"/>
              <a:buNone/>
              <a:defRPr sz="21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●"/>
              <a:defRPr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○"/>
              <a:defRPr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Ubuntu"/>
              <a:buChar char="■"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1000" y="152400"/>
            <a:ext cx="693301" cy="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Ubuntu"/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81000" y="152400"/>
            <a:ext cx="693301" cy="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buntu"/>
              <a:buNone/>
              <a:defRPr sz="1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buntu"/>
              <a:buChar char="●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●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●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○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buntu"/>
              <a:buChar char="■"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3100" y="137875"/>
            <a:ext cx="635741" cy="69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196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Ubuntu"/>
              <a:buNone/>
              <a:defRPr sz="28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311708" y="794345"/>
            <a:ext cx="8520600" cy="2257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200"/>
              <a:t>Ubuntu 24.04 LTS</a:t>
            </a:r>
            <a:r>
              <a:rPr lang="ko-KR" altLang="en-US" sz="3200"/>
              <a:t>에서</a:t>
            </a:r>
            <a:br>
              <a:rPr lang="en-US" altLang="ko-KR" sz="3200"/>
            </a:br>
            <a:r>
              <a:rPr lang="en-US" altLang="ko-KR" sz="3200"/>
              <a:t>Canonical Landscape Server</a:t>
            </a:r>
            <a:r>
              <a:rPr lang="ko-KR" altLang="en-US" sz="3200" err="1"/>
              <a:t>를</a:t>
            </a:r>
            <a:r>
              <a:rPr lang="ko-KR" altLang="en-US" sz="3200"/>
              <a:t> </a:t>
            </a:r>
            <a:br>
              <a:rPr lang="en-US" altLang="ko-KR" sz="3200"/>
            </a:br>
            <a:r>
              <a:rPr lang="en-US" altLang="ko-KR" sz="3200"/>
              <a:t>LXD</a:t>
            </a:r>
            <a:r>
              <a:rPr lang="ko-KR" altLang="en-US" sz="3200"/>
              <a:t> </a:t>
            </a:r>
            <a:r>
              <a:rPr lang="en-US" altLang="ko-KR" sz="3200"/>
              <a:t>Container</a:t>
            </a:r>
            <a:r>
              <a:rPr lang="ko-KR" altLang="en-US" sz="3200"/>
              <a:t>로 구축하기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311708" y="3281839"/>
            <a:ext cx="8520600" cy="541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차의서</a:t>
            </a:r>
            <a:r>
              <a:rPr lang="en-US" altLang="ko-KR"/>
              <a:t>(</a:t>
            </a:r>
            <a:r>
              <a:rPr lang="en-US" altLang="ko-KR" err="1"/>
              <a:t>Euiseo</a:t>
            </a:r>
            <a:r>
              <a:rPr lang="en-US" altLang="ko-KR"/>
              <a:t> Cha)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발표자 소개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-KR" altLang="en-US" sz="3200" b="1" dirty="0">
                <a:latin typeface="+mj-ea"/>
                <a:ea typeface="+mj-ea"/>
              </a:rPr>
              <a:t>차의서 </a:t>
            </a:r>
            <a:r>
              <a:rPr lang="en-US" altLang="ko-KR" sz="3200" b="1" dirty="0">
                <a:latin typeface="+mj-ea"/>
                <a:ea typeface="+mj-ea"/>
              </a:rPr>
              <a:t>/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en-US" altLang="ko-KR" sz="3200" b="1" dirty="0">
                <a:latin typeface="+mj-ea"/>
                <a:ea typeface="+mj-ea"/>
              </a:rPr>
              <a:t>zeroday0619@ubuntu-kr.org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latin typeface="+mn-ea"/>
                <a:ea typeface="+mn-ea"/>
              </a:rPr>
              <a:t>Organizer @ Ubuntu Korea Community (Forum Moderator)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latin typeface="+mn-ea"/>
                <a:ea typeface="+mn-ea"/>
              </a:rPr>
              <a:t>Information and Communication Engineering Undergraduate @ </a:t>
            </a:r>
            <a:r>
              <a:rPr lang="en-US" sz="1400" dirty="0" err="1">
                <a:latin typeface="+mn-ea"/>
                <a:ea typeface="+mn-ea"/>
              </a:rPr>
              <a:t>Wonkwang</a:t>
            </a:r>
            <a:r>
              <a:rPr lang="en-US" sz="1400" dirty="0">
                <a:latin typeface="+mn-ea"/>
                <a:ea typeface="+mn-ea"/>
              </a:rPr>
              <a:t> University</a:t>
            </a:r>
          </a:p>
          <a:p>
            <a:pPr marL="0" indent="0">
              <a:spcAft>
                <a:spcPts val="1200"/>
              </a:spcAft>
              <a:buNone/>
            </a:pPr>
            <a:endParaRPr lang="en-US" sz="1400" dirty="0">
              <a:latin typeface="+mn-ea"/>
              <a:ea typeface="+mn-ea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latin typeface="+mn-ea"/>
                <a:ea typeface="+mn-ea"/>
              </a:rPr>
              <a:t> </a:t>
            </a:r>
          </a:p>
          <a:p>
            <a:pPr marL="342900">
              <a:spcAft>
                <a:spcPts val="1200"/>
              </a:spcAft>
              <a:buFontTx/>
              <a:buChar char="-"/>
            </a:pPr>
            <a:endParaRPr sz="2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목차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25658"/>
            <a:ext cx="8520600" cy="360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dirty="0"/>
              <a:t>About Canonical Landscape</a:t>
            </a:r>
            <a:endParaRPr lang="en-US" altLang="ko-KR" dirty="0"/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AutoNum type="arabicPeriod"/>
            </a:pPr>
            <a:r>
              <a:rPr lang="en-US" altLang="ko-KR" dirty="0"/>
              <a:t>Landscape </a:t>
            </a:r>
            <a:r>
              <a:rPr lang="ko-KR" altLang="en-US" dirty="0"/>
              <a:t>설치 과정</a:t>
            </a:r>
            <a:endParaRPr lang="en-US" altLang="ko-KR" dirty="0"/>
          </a:p>
          <a:p>
            <a:pPr marL="800100" lvl="1">
              <a:spcAft>
                <a:spcPts val="1200"/>
              </a:spcAft>
              <a:buAutoNum type="arabicPeriod"/>
            </a:pPr>
            <a:r>
              <a:rPr lang="en-US" altLang="ko-KR" dirty="0"/>
              <a:t>Cloud </a:t>
            </a:r>
            <a:r>
              <a:rPr lang="en-US" altLang="ko-KR" dirty="0" err="1"/>
              <a:t>init</a:t>
            </a:r>
            <a:r>
              <a:rPr lang="ko-KR" altLang="en-US" dirty="0"/>
              <a:t>를 활용한 </a:t>
            </a:r>
            <a:r>
              <a:rPr lang="en-US" altLang="ko-KR" dirty="0"/>
              <a:t>Landscape Server </a:t>
            </a:r>
            <a:r>
              <a:rPr lang="ko-KR" altLang="en-US" dirty="0"/>
              <a:t>설치 과정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ko-KR" dirty="0"/>
              <a:t>3. Landscape Server </a:t>
            </a:r>
            <a:r>
              <a:rPr lang="ko-KR" altLang="en-US" dirty="0"/>
              <a:t>운영 및 관리</a:t>
            </a:r>
            <a:endParaRPr lang="en-US" altLang="ko-KR" dirty="0"/>
          </a:p>
          <a:p>
            <a:pPr marL="482600" lvl="1" indent="0">
              <a:spcAft>
                <a:spcPts val="1200"/>
              </a:spcAft>
              <a:buNone/>
            </a:pPr>
            <a:endParaRPr lang="en-US" altLang="ko-KR" dirty="0"/>
          </a:p>
        </p:txBody>
      </p:sp>
      <p:pic>
        <p:nvPicPr>
          <p:cNvPr id="3" name="그림 2" descr="패턴, 그래픽, 디자인, 폰트이(가) 표시된 사진&#10;&#10;자동 생성된 설명">
            <a:extLst>
              <a:ext uri="{FF2B5EF4-FFF2-40B4-BE49-F238E27FC236}">
                <a16:creationId xmlns:a16="http://schemas.microsoft.com/office/drawing/2014/main" id="{94398FDD-1B7D-478C-096F-A440D9F7A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120" y="2838497"/>
            <a:ext cx="2280730" cy="228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7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About Canonical Landscape</a:t>
            </a:r>
            <a:endParaRPr lang="ko-KR" altLang="en-US" dirty="0"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5876830" y="1125658"/>
            <a:ext cx="2955470" cy="360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Automation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Security Management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7F4460-5E0A-DAB4-4152-041225AB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824092"/>
            <a:ext cx="5565130" cy="39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7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1659349"/>
            <a:ext cx="8520600" cy="18248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어떤 이유로</a:t>
            </a:r>
            <a:br>
              <a:rPr lang="en-US" altLang="ko-KR"/>
            </a:br>
            <a:r>
              <a:rPr lang="en-US" altLang="ko-KR"/>
              <a:t>Canonical Landscape Server</a:t>
            </a:r>
            <a:r>
              <a:rPr lang="ko-KR" altLang="en-US" err="1"/>
              <a:t>를</a:t>
            </a:r>
            <a:br>
              <a:rPr lang="en-US" altLang="ko-KR"/>
            </a:br>
            <a:r>
              <a:rPr lang="ko-KR" altLang="en-US"/>
              <a:t>구축하게 되었나요</a:t>
            </a:r>
            <a:r>
              <a:rPr lang="en-US" altLang="ko-KR"/>
              <a:t>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LXD</a:t>
            </a:r>
            <a:r>
              <a:rPr lang="ko-KR" altLang="en-US" dirty="0"/>
              <a:t>란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FF044D4-3AE9-DA7B-C9E0-4F68D1D07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768" y="1267598"/>
            <a:ext cx="6204463" cy="36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Landscape Sever </a:t>
            </a:r>
            <a:r>
              <a:rPr lang="ko-KR" altLang="en-US" dirty="0"/>
              <a:t>올리기</a:t>
            </a:r>
            <a:endParaRPr dirty="0"/>
          </a:p>
        </p:txBody>
      </p:sp>
      <p:pic>
        <p:nvPicPr>
          <p:cNvPr id="5" name="제목 없는 동영상 (1)">
            <a:hlinkClick r:id="" action="ppaction://media"/>
            <a:extLst>
              <a:ext uri="{FF2B5EF4-FFF2-40B4-BE49-F238E27FC236}">
                <a16:creationId xmlns:a16="http://schemas.microsoft.com/office/drawing/2014/main" id="{831267BE-4E61-52A4-127C-DEE2E70006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728" y="844565"/>
            <a:ext cx="7426544" cy="41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98168-3C43-EE00-A84F-E60E5AA1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landscape_install.sh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FD46BD-B974-B2A5-AD83-C178A24AD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00" y="1000963"/>
            <a:ext cx="7746000" cy="378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0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507E7-7E29-4EC4-3D4B-DC0FDFC27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Setup </a:t>
            </a:r>
            <a:r>
              <a:rPr kumimoji="1" lang="en-US" altLang="ko-KR" dirty="0" err="1"/>
              <a:t>Tailscale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C3EAB4-DCEE-375A-BC75-891742BC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13" y="2002665"/>
            <a:ext cx="8397173" cy="113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5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Custom Caddy Build &amp; </a:t>
            </a:r>
            <a:r>
              <a:rPr lang="en-US" altLang="ko-KR" dirty="0" err="1"/>
              <a:t>Caddyfile</a:t>
            </a:r>
            <a:r>
              <a:rPr lang="en-US" altLang="ko-KR" dirty="0"/>
              <a:t> 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80240A7-41A3-A975-4A3A-DE0AED81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3425"/>
            <a:ext cx="9104908" cy="15753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F156A7-DED8-F2F6-D27A-0064E756A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901" y="723778"/>
            <a:ext cx="4968728" cy="441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164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Landscape Server </a:t>
            </a:r>
            <a:r>
              <a:rPr lang="ko-KR" altLang="en-US" dirty="0"/>
              <a:t>운영 및 관리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CC1726-7846-B1AB-0040-F898BF31B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19" y="736875"/>
            <a:ext cx="6854163" cy="41882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17D7A7-0227-C847-C9A6-51F0FDA4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58" y="768804"/>
            <a:ext cx="6842355" cy="41882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79A2C1-7D85-30FA-0D59-498CA1D24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47" y="800733"/>
            <a:ext cx="6812066" cy="41563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222FC22-4CA4-DBE2-E4A6-11BFDEF1E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92" y="822988"/>
            <a:ext cx="7227964" cy="41563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88203AA-1749-2AD9-6FF4-9DCFDE0823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467" y="857613"/>
            <a:ext cx="7165214" cy="41278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F92684E-CCF1-329A-6243-BF90080CB1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073" y="886951"/>
            <a:ext cx="6986891" cy="402841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8FB191-9AB3-9FC3-AEB6-C3EA06DF69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19" y="930060"/>
            <a:ext cx="7058562" cy="407011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75BB5C7-329C-91D5-FB54-20E16A8E10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69" y="962144"/>
            <a:ext cx="7006734" cy="406647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1280B78-D987-3F3E-E5ED-D72237256C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988842"/>
            <a:ext cx="6954900" cy="403977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C4E35D9-5366-BCE5-EFD0-6201D76AA4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840" y="1021557"/>
            <a:ext cx="6926841" cy="401955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B119EEB-4026-6BBC-866D-654CDA1DC8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383" y="1055516"/>
            <a:ext cx="6998993" cy="403251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F97E98C-1391-4479-AE02-900D5659CD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497" y="1087600"/>
            <a:ext cx="7617128" cy="4045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AB6035-399A-B714-A3A4-9D16601DCC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497" y="1118229"/>
            <a:ext cx="7342909" cy="39152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D0EE5C2-BB76-216F-0D61-BF235A7624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4589" y="1118229"/>
            <a:ext cx="7382335" cy="39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2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1659349"/>
            <a:ext cx="8520600" cy="18248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QnA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4537166"/>
      </p:ext>
    </p:extLst>
  </p:cSld>
  <p:clrMapOvr>
    <a:masterClrMapping/>
  </p:clrMapOvr>
</p:sld>
</file>

<file path=ppt/theme/theme1.xml><?xml version="1.0" encoding="utf-8"?>
<a:theme xmlns:a="http://schemas.openxmlformats.org/drawingml/2006/main" name="Ubuntu Korea Community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7689</TotalTime>
  <Words>404</Words>
  <Application>Microsoft Macintosh PowerPoint</Application>
  <PresentationFormat>화면 슬라이드 쇼(16:9)</PresentationFormat>
  <Paragraphs>38</Paragraphs>
  <Slides>12</Slides>
  <Notes>10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Ubuntu</vt:lpstr>
      <vt:lpstr>Ubuntu Korea Community</vt:lpstr>
      <vt:lpstr>Ubuntu 24.04 LTS에서 Canonical Landscape Server를  LXD Container로 구축하기</vt:lpstr>
      <vt:lpstr>발표자 소개</vt:lpstr>
      <vt:lpstr>목차</vt:lpstr>
      <vt:lpstr>About Canonical Landscape</vt:lpstr>
      <vt:lpstr>어떤 이유로 Canonical Landscape Server를 구축하게 되었나요?</vt:lpstr>
      <vt:lpstr>LXD란</vt:lpstr>
      <vt:lpstr>Landscape Sever 올리기</vt:lpstr>
      <vt:lpstr>landscape_install.sh</vt:lpstr>
      <vt:lpstr>Setup Tailscale</vt:lpstr>
      <vt:lpstr>Custom Caddy Build &amp; Caddyfile </vt:lpstr>
      <vt:lpstr>Landscape Server 운영 및 관리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24.04 LTS에서 Canonical Landscape Server를  LXD Container로 구축하기</dc:title>
  <cp:lastModifiedBy>Euiseo Cha</cp:lastModifiedBy>
  <cp:revision>3</cp:revision>
  <dcterms:modified xsi:type="dcterms:W3CDTF">2024-08-10T07:10:20Z</dcterms:modified>
</cp:coreProperties>
</file>